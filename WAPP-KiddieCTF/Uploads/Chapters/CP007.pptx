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6" autoAdjust="0"/>
    <p:restoredTop sz="94660"/>
  </p:normalViewPr>
  <p:slideViewPr>
    <p:cSldViewPr snapToGrid="0">
      <p:cViewPr varScale="1">
        <p:scale>
          <a:sx n="65" d="100"/>
          <a:sy n="65" d="100"/>
        </p:scale>
        <p:origin x="45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C1F3F3-E134-9EF7-4F9F-E64CCE86E8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1566883-EB01-8F65-8618-6094F51463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38DE57-678B-8A6D-B04C-2C37B8BC94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416A8-7C54-4BFB-B5AF-05503DAD817A}" type="datetimeFigureOut">
              <a:rPr lang="en-MY" smtClean="0"/>
              <a:t>16/11/2025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EB482E-F06F-239B-ED3B-6A700A7E28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788691-F96C-D60F-A43F-E07A1A8EA7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B7944E-2756-43D8-8E2D-186555BC8F38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2814729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67C545-7B3E-2194-7F02-410268D6C7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161F4A-79FE-AE71-1D6D-891074F63F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59B7F9-89A7-CEEE-4FEE-283242FD35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416A8-7C54-4BFB-B5AF-05503DAD817A}" type="datetimeFigureOut">
              <a:rPr lang="en-MY" smtClean="0"/>
              <a:t>16/11/2025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3FB179-C5F7-C876-0DA6-01819EECB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F5ACF8-5542-A1E8-7FB8-EC10C439FB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B7944E-2756-43D8-8E2D-186555BC8F38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084851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2CC483-B91B-9EC1-41B1-C46CE2481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4E55C9-BE3A-BB70-5759-0CD2983B29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25A682-5414-825A-1BE9-E58CA4AEE7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416A8-7C54-4BFB-B5AF-05503DAD817A}" type="datetimeFigureOut">
              <a:rPr lang="en-MY" smtClean="0"/>
              <a:t>16/11/2025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E9ECCB-BA7F-7880-626B-A2E947F318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A0EF6B-4A1A-3A65-DC5F-829DDB923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B7944E-2756-43D8-8E2D-186555BC8F38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2645474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DC67E5-A6BB-281F-B1D6-F8FFCE3EB9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20467F-7B17-6304-1EA2-026E50E90FD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C100B0-3F56-C0CE-3896-68495FAA8D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B56436-B8AE-2CB9-2477-945D966022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416A8-7C54-4BFB-B5AF-05503DAD817A}" type="datetimeFigureOut">
              <a:rPr lang="en-MY" smtClean="0"/>
              <a:t>16/11/2025</a:t>
            </a:fld>
            <a:endParaRPr lang="en-MY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DD7DFA-818C-DF2E-ED8B-5ABAFF55C3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EEA224-7D5F-0F15-D634-7287E2DB1A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B7944E-2756-43D8-8E2D-186555BC8F38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7318647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D01129-4621-3126-E3F1-79695A32DC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117DFD-555A-349B-DB37-7F01D7B2F5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4DBBC60-1B6C-25FF-CBFF-4FF1958277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310362F-324C-C6C9-03E6-C0B27FBC8F3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5080DCA-98DB-F819-2E34-B0B4B59F11A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840B95B-382A-A14A-9876-6E25153B57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416A8-7C54-4BFB-B5AF-05503DAD817A}" type="datetimeFigureOut">
              <a:rPr lang="en-MY" smtClean="0"/>
              <a:t>16/11/2025</a:t>
            </a:fld>
            <a:endParaRPr lang="en-MY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A19E79C-63A9-B6BE-D11C-12E124D2AC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2A18BF1-2D79-5AAA-BCF5-FF84379B32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B7944E-2756-43D8-8E2D-186555BC8F38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137432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DCBFE9-1B0D-5990-56F7-23AD90715B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C6D2E6D-64EE-D22E-1ABF-8D646F4EDF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416A8-7C54-4BFB-B5AF-05503DAD817A}" type="datetimeFigureOut">
              <a:rPr lang="en-MY" smtClean="0"/>
              <a:t>16/11/2025</a:t>
            </a:fld>
            <a:endParaRPr lang="en-MY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1B1B44-0A38-F34F-D7FE-6155FE55D6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F7FA35-C557-DF74-2C33-F0A732BA6E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B7944E-2756-43D8-8E2D-186555BC8F38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2414393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6F73295-F372-2A4C-5285-5B89AE1162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416A8-7C54-4BFB-B5AF-05503DAD817A}" type="datetimeFigureOut">
              <a:rPr lang="en-MY" smtClean="0"/>
              <a:t>16/11/2025</a:t>
            </a:fld>
            <a:endParaRPr lang="en-MY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B453944-B8C6-2110-97FB-A5EB472E8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AEB9E9-55B8-39D3-9C84-FE03AC37ED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B7944E-2756-43D8-8E2D-186555BC8F38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8518533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6FD609-0214-F157-7804-1C02EA05F6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7D6AC3-7FFB-57D7-A4DB-CD5473FD44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D6B027-D5C1-4578-0D97-4001579ACA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BBA80E-BEFF-FFF2-DA51-E47CB06295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416A8-7C54-4BFB-B5AF-05503DAD817A}" type="datetimeFigureOut">
              <a:rPr lang="en-MY" smtClean="0"/>
              <a:t>16/11/2025</a:t>
            </a:fld>
            <a:endParaRPr lang="en-MY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529BD9-047B-A81F-1A57-C3CF181492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11498B-5340-070F-4141-4719E8E256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B7944E-2756-43D8-8E2D-186555BC8F38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7370268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246236-4D7E-EDA6-6C35-8BF56D17FE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01972EB-8123-1518-123C-8A468CDA420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MY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2EF981-8FCF-D6A2-CECD-344E66964A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C03FE1-6CA1-43E1-2811-FEE28D6851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416A8-7C54-4BFB-B5AF-05503DAD817A}" type="datetimeFigureOut">
              <a:rPr lang="en-MY" smtClean="0"/>
              <a:t>16/11/2025</a:t>
            </a:fld>
            <a:endParaRPr lang="en-MY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D16984A-6709-23BE-CD38-DCE545F9E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F1D2DA-B2F7-F1AC-928F-8A4005C281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B7944E-2756-43D8-8E2D-186555BC8F38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695974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147A00-9D09-630A-33B0-7BE434C11B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FB1B4EA-D4B9-AA67-F2DF-CFABFE6676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802786-92B8-DFE6-0807-36C015E131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416A8-7C54-4BFB-B5AF-05503DAD817A}" type="datetimeFigureOut">
              <a:rPr lang="en-MY" smtClean="0"/>
              <a:t>16/11/2025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371D26-8E78-8209-1F26-E1DC72F44C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B70C28-3C82-F5FB-C603-537A7AA28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B7944E-2756-43D8-8E2D-186555BC8F38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672122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1464592-00B4-DDC3-89E1-2EF86E91B39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56520F-57DD-7EF1-2833-3125721E7F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4748C6-6C73-964B-3587-BB6FD78A73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416A8-7C54-4BFB-B5AF-05503DAD817A}" type="datetimeFigureOut">
              <a:rPr lang="en-MY" smtClean="0"/>
              <a:t>16/11/2025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474D92-411E-2320-6A95-4F7D9D2D0A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FF1E11-B2E1-4867-E1A5-1E334BFC7D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B7944E-2756-43D8-8E2D-186555BC8F38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7827698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4440515-ECAC-9F4F-4893-33C224E800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EA5F686-ACA2-5322-B60E-F3D4588B3E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682CBC-6780-F0C9-66AE-97F7DB9A54E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92416A8-7C54-4BFB-B5AF-05503DAD817A}" type="datetimeFigureOut">
              <a:rPr lang="en-MY" smtClean="0"/>
              <a:t>16/11/2025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B08DB2-DC14-3A70-3361-7CFA08E0225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0295D8-C2D6-E058-B1B4-A0469FBF2F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BB7944E-2756-43D8-8E2D-186555BC8F38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9113437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D6581-4C95-12CD-C701-A558626CBE8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MY" dirty="0"/>
              <a:t>H</a:t>
            </a:r>
            <a:r>
              <a:rPr lang="en-US" altLang="zh-CN"/>
              <a:t>i</a:t>
            </a:r>
            <a:endParaRPr lang="en-MY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BF708CA-05F4-8FF8-94AA-57426840ADF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228262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</Words>
  <Application>Microsoft Office PowerPoint</Application>
  <PresentationFormat>Widescreen</PresentationFormat>
  <Paragraphs>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Hi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THONG HUI NAN</dc:creator>
  <cp:lastModifiedBy>THONG HUI NAN</cp:lastModifiedBy>
  <cp:revision>2</cp:revision>
  <dcterms:created xsi:type="dcterms:W3CDTF">2025-11-05T13:51:01Z</dcterms:created>
  <dcterms:modified xsi:type="dcterms:W3CDTF">2025-11-16T11:04:57Z</dcterms:modified>
</cp:coreProperties>
</file>