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5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F3F3-E134-9EF7-4F9F-E64CCE86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6883-EB01-8F65-8618-6094F514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DE57-678B-8A6D-B04C-2C37B8B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482E-F06F-239B-ED3B-6A700A7E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8691-F96C-D60F-A43F-E07A1A8E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147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C545-7B3E-2194-7F02-410268D6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1F4A-79FE-AE71-1D6D-891074F6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B7F9-89A7-CEEE-4FEE-283242FD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B179-C5F7-C876-0DA6-01819EEC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5ACF8-5542-A1E8-7FB8-EC10C439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848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C483-B91B-9EC1-41B1-C46CE248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55C9-BE3A-BB70-5759-0CD2983B2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A682-5414-825A-1BE9-E58CA4A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ECCB-BA7F-7880-626B-A2E947F3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EF6B-4A1A-3A65-DC5F-829DDB9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454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7E5-A6BB-281F-B1D6-F8FFCE3E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467F-7B17-6304-1EA2-026E50E9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100B0-3F56-C0CE-3896-68495FA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56436-B8AE-2CB9-2477-945D966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DFA-818C-DF2E-ED8B-5ABAFF55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EA224-7D5F-0F15-D634-7287E2DB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186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1129-4621-3126-E3F1-79695A3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17DFD-555A-349B-DB37-7F01D7B2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BC60-1B6C-25FF-CBFF-4FF195827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0362F-324C-C6C9-03E6-C0B27FBC8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80DCA-98DB-F819-2E34-B0B4B59F1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0B95B-382A-A14A-9876-6E25153B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9E79C-63A9-B6BE-D11C-12E124D2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18BF1-2D79-5AAA-BCF5-FF84379B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374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BFE9-1B0D-5990-56F7-23AD9071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D2E6D-64EE-D22E-1ABF-8D646F4E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B1B44-0A38-F34F-D7FE-6155FE55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7FA35-C557-DF74-2C33-F0A732B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4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73295-F372-2A4C-5285-5B89AE11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53944-B8C6-2110-97FB-A5EB472E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B9E9-55B8-39D3-9C84-FE03AC37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18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D609-0214-F157-7804-1C02EA05F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6AC3-7FFB-57D7-A4DB-CD5473FD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B027-D5C1-4578-0D97-4001579AC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A80E-BEFF-FFF2-DA51-E47CB062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29BD9-047B-A81F-1A57-C3CF1814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1498B-5340-070F-4141-4719E8E2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0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236-4D7E-EDA6-6C35-8BF56D17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972EB-8123-1518-123C-8A468CDA4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F981-8FCF-D6A2-CECD-344E6696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03FE1-6CA1-43E1-2811-FEE28D68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984A-6709-23BE-CD38-DCE545F9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1D2DA-B2F7-F1AC-928F-8A4005C2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959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7A00-9D09-630A-33B0-7BE434C1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B4EA-D4B9-AA67-F2DF-CFABFE667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2786-92B8-DFE6-0807-36C015E1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1D26-8E78-8209-1F26-E1DC72F4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0C28-3C82-F5FB-C603-537A7AA2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21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64592-00B4-DDC3-89E1-2EF86E91B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6520F-57DD-7EF1-2833-3125721E7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48C6-6C73-964B-3587-BB6FD78A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4D92-411E-2320-6A95-4F7D9D2D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F1E11-B2E1-4867-E1A5-1E334BFC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276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0515-ECAC-9F4F-4893-33C224E8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F686-ACA2-5322-B60E-F3D4588B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2CBC-6780-F0C9-66AE-97F7DB9A5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8DB2-DC14-3A70-3361-7CFA08E0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95D8-C2D6-E058-B1B4-A0469FBF2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134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6581-4C95-12CD-C701-A558626CB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H</a:t>
            </a:r>
            <a:r>
              <a:rPr lang="en-US" altLang="zh-CN"/>
              <a:t>i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708CA-05F4-8FF8-94AA-57426840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282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THONG HUI NAN</dc:creator>
  <cp:lastModifiedBy>THONG HUI NAN</cp:lastModifiedBy>
  <cp:revision>2</cp:revision>
  <dcterms:created xsi:type="dcterms:W3CDTF">2025-11-05T13:51:01Z</dcterms:created>
  <dcterms:modified xsi:type="dcterms:W3CDTF">2025-11-16T11:04:44Z</dcterms:modified>
</cp:coreProperties>
</file>