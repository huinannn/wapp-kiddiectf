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5" d="100"/>
          <a:sy n="65" d="100"/>
        </p:scale>
        <p:origin x="45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F3F3-E134-9EF7-4F9F-E64CCE86E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566883-EB01-8F65-8618-6094F5146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8DE57-678B-8A6D-B04C-2C37B8BC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B482E-F06F-239B-ED3B-6A700A7E2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88691-F96C-D60F-A43F-E07A1A8EA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8147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C545-7B3E-2194-7F02-410268D6C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61F4A-79FE-AE71-1D6D-891074F63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9B7F9-89A7-CEEE-4FEE-283242FD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FB179-C5F7-C876-0DA6-01819EEC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5ACF8-5542-A1E8-7FB8-EC10C439F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8485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CC483-B91B-9EC1-41B1-C46CE248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E55C9-BE3A-BB70-5759-0CD2983B2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5A682-5414-825A-1BE9-E58CA4AEE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9ECCB-BA7F-7880-626B-A2E947F31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0EF6B-4A1A-3A65-DC5F-829DDB923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64547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C67E5-A6BB-281F-B1D6-F8FFCE3E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0467F-7B17-6304-1EA2-026E50E90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100B0-3F56-C0CE-3896-68495FAA8D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B56436-B8AE-2CB9-2477-945D96602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DD7DFA-818C-DF2E-ED8B-5ABAFF55C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EA224-7D5F-0F15-D634-7287E2DB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31864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01129-4621-3126-E3F1-79695A32D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17DFD-555A-349B-DB37-7F01D7B2F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DBBC60-1B6C-25FF-CBFF-4FF195827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10362F-324C-C6C9-03E6-C0B27FBC8F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080DCA-98DB-F819-2E34-B0B4B59F11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40B95B-382A-A14A-9876-6E25153B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19E79C-63A9-B6BE-D11C-12E124D2A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A18BF1-2D79-5AAA-BCF5-FF84379B3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1374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CBFE9-1B0D-5990-56F7-23AD90715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D2E6D-64EE-D22E-1ABF-8D646F4E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1B1B44-0A38-F34F-D7FE-6155FE55D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7FA35-C557-DF74-2C33-F0A732BA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41439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73295-F372-2A4C-5285-5B89AE11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453944-B8C6-2110-97FB-A5EB472E8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EB9E9-55B8-39D3-9C84-FE03AC37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51853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FD609-0214-F157-7804-1C02EA05F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D6AC3-7FFB-57D7-A4DB-CD5473FD4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6B027-D5C1-4578-0D97-4001579AC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BBA80E-BEFF-FFF2-DA51-E47CB0629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29BD9-047B-A81F-1A57-C3CF1814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1498B-5340-070F-4141-4719E8E2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37026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46236-4D7E-EDA6-6C35-8BF56D17F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1972EB-8123-1518-123C-8A468CDA4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EF981-8FCF-D6A2-CECD-344E66964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C03FE1-6CA1-43E1-2811-FEE28D685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6984A-6709-23BE-CD38-DCE545F9E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1D2DA-B2F7-F1AC-928F-8A4005C28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69597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47A00-9D09-630A-33B0-7BE434C11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B1B4EA-D4B9-AA67-F2DF-CFABFE6676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02786-92B8-DFE6-0807-36C015E1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371D26-8E78-8209-1F26-E1DC72F4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70C28-3C82-F5FB-C603-537A7AA2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67212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464592-00B4-DDC3-89E1-2EF86E91B3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56520F-57DD-7EF1-2833-3125721E7F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748C6-6C73-964B-3587-BB6FD78A7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74D92-411E-2320-6A95-4F7D9D2D0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F1E11-B2E1-4867-E1A5-1E334BFC7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8276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440515-ECAC-9F4F-4893-33C224E80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5F686-ACA2-5322-B60E-F3D4588B3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82CBC-6780-F0C9-66AE-97F7DB9A54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2416A8-7C54-4BFB-B5AF-05503DAD817A}" type="datetimeFigureOut">
              <a:rPr lang="en-MY" smtClean="0"/>
              <a:t>16/11/2025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08DB2-DC14-3A70-3361-7CFA08E02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295D8-C2D6-E058-B1B4-A0469FBF2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7944E-2756-43D8-8E2D-186555BC8F38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11343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D6581-4C95-12CD-C701-A558626CBE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H</a:t>
            </a:r>
            <a:r>
              <a:rPr lang="en-US" altLang="zh-CN"/>
              <a:t>i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F708CA-05F4-8FF8-94AA-57426840AD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22826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THONG HUI NAN</dc:creator>
  <cp:lastModifiedBy>THONG HUI NAN</cp:lastModifiedBy>
  <cp:revision>2</cp:revision>
  <dcterms:created xsi:type="dcterms:W3CDTF">2025-11-05T13:51:01Z</dcterms:created>
  <dcterms:modified xsi:type="dcterms:W3CDTF">2025-11-16T11:04:50Z</dcterms:modified>
</cp:coreProperties>
</file>